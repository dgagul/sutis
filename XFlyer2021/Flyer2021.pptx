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5CE"/>
    <a:srgbClr val="C093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7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1380E-56A7-4A64-8831-318B1B880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D03BD1-E88B-41C3-907E-EFA712B38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0FE0CB-7255-421C-83D1-9EE32E86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314AB4-5FAD-4167-B5D4-3F4CA3BD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CE1D6D-3BCD-4BC8-9711-61761CB0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59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56C1F-40AC-4DB4-8935-1A01388F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42DCDC-B58C-44B0-A432-7198D8FDC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4F674-F09F-423B-AF8B-93C20010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E417AD-5286-488E-9842-BA6EB19E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CAB66B-E41A-4A49-AB24-9134CD7B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9624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56A27-6950-485F-B617-3D5C989F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BC94BC-8C55-4EF2-87C8-3D80DEE1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9C624A-60AA-415B-80F3-7C812A10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D4C5E3-BBED-46A6-9745-F3D4ACE3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CFA088-ECBA-41A5-83F9-316DB27C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116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CA54F-8A85-46C7-9572-A018A7E2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141D9-8878-4E2A-9748-FC8DF84E8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298D4F-20B5-4274-A36D-A5968DA9C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FA0C2C-F5FC-4C5F-925E-946CAB46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050C3C-AC38-4D74-A894-E721AE924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10C0D7-585D-4925-8D54-621B0714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6958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3266C8-1CD3-4F3A-A869-4F2BED75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9EE050-199D-4072-A646-50FD9AEB3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19D08D-81ED-460B-BA02-7C147C7C8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3C14AFC-0BD6-4A8A-8360-4699204DF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A33C41B-3DF6-47F0-8AA6-90511178C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2B24303-46F2-4B78-A00D-8B0EA970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B57A1A-F1FA-4FFD-B9E6-9BB7301F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703DB4-32DB-4DE8-9690-D73EE75F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842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EAB96-E996-4342-8B4E-03DBC214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36C5F6B-1735-47BB-A2CA-171E6EE67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589FB3-19D4-40FF-A096-010C15C2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C94B25-795A-4379-B7CA-8FDA1449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208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ED9A85C-6B2D-422D-88F8-92137480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42F727B-F982-4367-8EE5-35708606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3B90CD-97AB-49E3-A23A-A9F1E189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4236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77AA73-91C6-491E-B6A7-69B2B90E7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49AA05-6372-4CEF-AF43-D5B80F7B7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678DA2-96D0-495D-83EB-D14A74F1F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07AB48-87FC-4E46-B7FF-33EF5C1C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F55361-D08F-40DD-8409-0A67611D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9266ED7-09E7-45C9-A141-C663F6655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667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C7DD6-5F79-4415-A4A3-366989A4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B165FC-CD14-4E89-B060-9E087C4BE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4FA695-DC7F-4044-B419-1253C0241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39A36F-D1FE-49FD-86CB-B03D1E78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E15EBE-4D2E-4D39-9272-C441D4BD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08E241-48BC-4075-9D1B-F26ABAE7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894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0CB04-EF1C-4DA8-B240-9C5D0BA4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F3D2A33-724E-4B91-BAA1-D8F621453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59251A-6A93-40DA-BB35-C46F18F1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881466-9CA1-4D41-9A2A-B7A650B1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344C0A-617B-4F05-ACEB-53C422E1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163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75A952-2760-43CB-94F6-3DF2A7272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148CF1-C025-4C50-BA70-35C56515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389FF9-C330-4CF1-A7DC-DB189A14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D200A1-F3A4-4132-91DD-BB78BE42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ECB145-A7B3-481A-8923-27FD34EC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53513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2763BDF-7484-42C0-A3F4-62C76DFD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40ED1-2346-4488-B4E8-FA8485912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55EA39-3524-4C2E-B81B-1529AFABC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8CF6D-810F-40D7-9E9A-E726875C94FE}" type="datetimeFigureOut">
              <a:rPr lang="de-CH" smtClean="0"/>
              <a:t>18.01.2021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5A9AB5-0B32-4A59-BDC2-46BADD091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10D60-2C98-4E27-A1A9-A9BB761E4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5FEE6-B5C9-4D70-ABC4-1FCB2D2B0A6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463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hwarzer Oder Grauer Marmorsteingrund Dunkler Grauer Marmor Quarztextur  Wandund Tafelmarmnaturmuster Für Architektur Und Innenarchitektur Oder  Abstrakten Hintergrund Stockfoto und mehr Bilder von Alt - iStock">
            <a:extLst>
              <a:ext uri="{FF2B5EF4-FFF2-40B4-BE49-F238E27FC236}">
                <a16:creationId xmlns:a16="http://schemas.microsoft.com/office/drawing/2014/main" id="{D458F73A-56A9-48F5-942F-9DC08C6067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6" b="3143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Grafik 6" descr="Ein Bild, das Zeichnung, Essen enthält.&#10;&#10;Automatisch generierte Beschreibung">
            <a:extLst>
              <a:ext uri="{FF2B5EF4-FFF2-40B4-BE49-F238E27FC236}">
                <a16:creationId xmlns:a16="http://schemas.microsoft.com/office/drawing/2014/main" id="{7D226DE0-52FE-4511-A703-F845BE76B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76" y="2969282"/>
            <a:ext cx="1401204" cy="134157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C5A5EBB-CC66-4434-B2A6-87517210C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04" y="312240"/>
            <a:ext cx="2857899" cy="121937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A8D0B42-C3DA-41F1-8FF8-0C669425CF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2" y="405665"/>
            <a:ext cx="1826482" cy="1826482"/>
          </a:xfrm>
          <a:prstGeom prst="rect">
            <a:avLst/>
          </a:prstGeom>
        </p:spPr>
      </p:pic>
      <p:pic>
        <p:nvPicPr>
          <p:cNvPr id="16" name="Grafik 15" descr="Ein Bild, das Essen, Sandwich, Gericht, sitzend enthält.&#10;&#10;Automatisch generierte Beschreibung">
            <a:extLst>
              <a:ext uri="{FF2B5EF4-FFF2-40B4-BE49-F238E27FC236}">
                <a16:creationId xmlns:a16="http://schemas.microsoft.com/office/drawing/2014/main" id="{B9D0A9BB-0D34-46B4-922A-69DCB95B0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566">
            <a:off x="8069028" y="2547259"/>
            <a:ext cx="1882086" cy="136377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4E08079E-37EC-47D6-B5A2-DFE10675967E}"/>
              </a:ext>
            </a:extLst>
          </p:cNvPr>
          <p:cNvSpPr txBox="1"/>
          <p:nvPr/>
        </p:nvSpPr>
        <p:spPr>
          <a:xfrm>
            <a:off x="1859179" y="390240"/>
            <a:ext cx="27156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Burger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Hamburger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Doppel Hamburger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Cheeseburger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Doppel Cheeseburger</a:t>
            </a:r>
          </a:p>
          <a:p>
            <a:pPr algn="ctr"/>
            <a:endParaRPr lang="de-CH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A4A551F-86B1-42DA-85B5-2B586B40E30A}"/>
              </a:ext>
            </a:extLst>
          </p:cNvPr>
          <p:cNvSpPr/>
          <p:nvPr/>
        </p:nvSpPr>
        <p:spPr>
          <a:xfrm>
            <a:off x="318052" y="245937"/>
            <a:ext cx="4062001" cy="214875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E318391-AD53-4219-93AD-36ECA66EB5A9}"/>
              </a:ext>
            </a:extLst>
          </p:cNvPr>
          <p:cNvSpPr/>
          <p:nvPr/>
        </p:nvSpPr>
        <p:spPr>
          <a:xfrm>
            <a:off x="7986505" y="4123772"/>
            <a:ext cx="3790122" cy="214875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B09E5D3-D693-4EB3-9B37-E3EE9A37095E}"/>
              </a:ext>
            </a:extLst>
          </p:cNvPr>
          <p:cNvSpPr txBox="1"/>
          <p:nvPr/>
        </p:nvSpPr>
        <p:spPr>
          <a:xfrm>
            <a:off x="7932276" y="405665"/>
            <a:ext cx="388304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000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 und wann?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Industriegebiet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Dorfstrasse 15, 6035 Perlen</a:t>
            </a:r>
          </a:p>
          <a:p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       (bei Schorno AG)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b="1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Mo - Fr von 08:45 - 14:00 Uhr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Znüni und Zmittag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CH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F3F2F46-5E04-4CEF-9711-B1B4FD442254}"/>
              </a:ext>
            </a:extLst>
          </p:cNvPr>
          <p:cNvSpPr/>
          <p:nvPr/>
        </p:nvSpPr>
        <p:spPr>
          <a:xfrm>
            <a:off x="1047248" y="2679959"/>
            <a:ext cx="6536641" cy="3365135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5B9493D-0E6F-4845-AF2A-0D5C77FBBCC6}"/>
              </a:ext>
            </a:extLst>
          </p:cNvPr>
          <p:cNvSpPr txBox="1"/>
          <p:nvPr/>
        </p:nvSpPr>
        <p:spPr>
          <a:xfrm>
            <a:off x="2726960" y="2748144"/>
            <a:ext cx="482047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000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Warme Mahlzeiten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Hot Dogs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Schnitzelbrot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Tagessuppe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Tagesmenü</a:t>
            </a:r>
          </a:p>
          <a:p>
            <a:endParaRPr lang="de-CH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Grillbratwürste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Currywurst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A612086-2D10-4168-82D4-0913C7681B40}"/>
              </a:ext>
            </a:extLst>
          </p:cNvPr>
          <p:cNvSpPr txBox="1"/>
          <p:nvPr/>
        </p:nvSpPr>
        <p:spPr>
          <a:xfrm>
            <a:off x="4381577" y="1709215"/>
            <a:ext cx="3159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3600" dirty="0">
                <a:solidFill>
                  <a:schemeClr val="bg1"/>
                </a:solidFill>
                <a:latin typeface="Freestyle Script" panose="030804020302050B0404" pitchFamily="66" charset="0"/>
              </a:rPr>
              <a:t>«Food is Love»</a:t>
            </a:r>
          </a:p>
        </p:txBody>
      </p:sp>
      <p:pic>
        <p:nvPicPr>
          <p:cNvPr id="46" name="Picture 12" descr="Download White Location Icon Png - Location Logo Png White - Full Size PNG  Image - PNGkit">
            <a:extLst>
              <a:ext uri="{FF2B5EF4-FFF2-40B4-BE49-F238E27FC236}">
                <a16:creationId xmlns:a16="http://schemas.microsoft.com/office/drawing/2014/main" id="{0E07814E-65B8-4D50-AAB0-09AB7A169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4672" y="1316788"/>
            <a:ext cx="665955" cy="8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Essen, Tisch, Obst, Teller enthält.&#10;&#10;Automatisch generierte Beschreibung">
            <a:extLst>
              <a:ext uri="{FF2B5EF4-FFF2-40B4-BE49-F238E27FC236}">
                <a16:creationId xmlns:a16="http://schemas.microsoft.com/office/drawing/2014/main" id="{FF631455-E730-4784-95F4-A3347396C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041" y="3320794"/>
            <a:ext cx="2685848" cy="1790565"/>
          </a:xfrm>
          <a:prstGeom prst="rect">
            <a:avLst/>
          </a:prstGeom>
        </p:spPr>
      </p:pic>
      <p:pic>
        <p:nvPicPr>
          <p:cNvPr id="51" name="Grafik 50" descr="Ein Bild, das Essen, Obst, sitzend, dunkel enthält.&#10;&#10;Automatisch generierte Beschreibung">
            <a:extLst>
              <a:ext uri="{FF2B5EF4-FFF2-40B4-BE49-F238E27FC236}">
                <a16:creationId xmlns:a16="http://schemas.microsoft.com/office/drawing/2014/main" id="{E314E00F-14F8-418D-BDBC-A1DB833775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62333">
            <a:off x="5006587" y="5203971"/>
            <a:ext cx="2867025" cy="1590675"/>
          </a:xfrm>
          <a:prstGeom prst="rect">
            <a:avLst/>
          </a:prstGeom>
        </p:spPr>
      </p:pic>
      <p:pic>
        <p:nvPicPr>
          <p:cNvPr id="52" name="Picture 4" descr="60+ kostenlose Wurst &amp; Lebensmittel Vektorgrafiken - Pixabay">
            <a:extLst>
              <a:ext uri="{FF2B5EF4-FFF2-40B4-BE49-F238E27FC236}">
                <a16:creationId xmlns:a16="http://schemas.microsoft.com/office/drawing/2014/main" id="{DBA3F1C4-A283-431B-887A-0968594C7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16204">
            <a:off x="10212969" y="2953290"/>
            <a:ext cx="1517033" cy="758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Grafik 52" descr="Ein Bild, das Lampe, dunkel, Licht, Messer enthält.&#10;&#10;Automatisch generierte Beschreibung">
            <a:extLst>
              <a:ext uri="{FF2B5EF4-FFF2-40B4-BE49-F238E27FC236}">
                <a16:creationId xmlns:a16="http://schemas.microsoft.com/office/drawing/2014/main" id="{5A1408CD-252B-437A-87E7-0081A0F9CA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47353">
            <a:off x="149330" y="4923304"/>
            <a:ext cx="2143125" cy="2143125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44872EB8-5B4D-462F-BD78-CEA3A809BE43}"/>
              </a:ext>
            </a:extLst>
          </p:cNvPr>
          <p:cNvSpPr txBox="1"/>
          <p:nvPr/>
        </p:nvSpPr>
        <p:spPr>
          <a:xfrm>
            <a:off x="1355375" y="5286980"/>
            <a:ext cx="3920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Leckere Würste</a:t>
            </a:r>
            <a:endParaRPr lang="de-CH" sz="4000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94BDB56-6468-40EA-8F9E-78951B4A7756}"/>
              </a:ext>
            </a:extLst>
          </p:cNvPr>
          <p:cNvSpPr txBox="1"/>
          <p:nvPr/>
        </p:nvSpPr>
        <p:spPr>
          <a:xfrm>
            <a:off x="8082615" y="4181658"/>
            <a:ext cx="357639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000" dirty="0">
                <a:solidFill>
                  <a:srgbClr val="C093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Frische Salate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Gemischter Salat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Thon Salat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und andere…</a:t>
            </a:r>
          </a:p>
          <a:p>
            <a:endParaRPr lang="de-CH" dirty="0">
              <a:solidFill>
                <a:schemeClr val="bg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endParaRPr lang="de-CH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381585-C168-4937-9E44-75086D117D89}"/>
              </a:ext>
            </a:extLst>
          </p:cNvPr>
          <p:cNvSpPr/>
          <p:nvPr/>
        </p:nvSpPr>
        <p:spPr>
          <a:xfrm>
            <a:off x="9964459" y="6352451"/>
            <a:ext cx="1933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dirty="0">
                <a:solidFill>
                  <a:schemeClr val="bg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Familie Suter Luzern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C95CB7E5-BC0D-4FF2-8362-9EF6CAEFC226}"/>
              </a:ext>
            </a:extLst>
          </p:cNvPr>
          <p:cNvGrpSpPr/>
          <p:nvPr/>
        </p:nvGrpSpPr>
        <p:grpSpPr>
          <a:xfrm>
            <a:off x="10018956" y="5045468"/>
            <a:ext cx="1443612" cy="1021882"/>
            <a:chOff x="9968852" y="5120624"/>
            <a:chExt cx="1443612" cy="1021882"/>
          </a:xfrm>
        </p:grpSpPr>
        <p:pic>
          <p:nvPicPr>
            <p:cNvPr id="62" name="Grafik 61" descr="Ein Bild, das Zeichnung, Obst enthält.&#10;&#10;Automatisch generierte Beschreibung">
              <a:extLst>
                <a:ext uri="{FF2B5EF4-FFF2-40B4-BE49-F238E27FC236}">
                  <a16:creationId xmlns:a16="http://schemas.microsoft.com/office/drawing/2014/main" id="{A4BD24FA-557C-43F8-AA3C-CC715D70C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304202">
              <a:off x="9968852" y="5120624"/>
              <a:ext cx="1443612" cy="1021882"/>
            </a:xfrm>
            <a:prstGeom prst="rect">
              <a:avLst/>
            </a:prstGeom>
          </p:spPr>
        </p:pic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4F389781-803A-4967-A27B-3E0639A36CCF}"/>
                </a:ext>
              </a:extLst>
            </p:cNvPr>
            <p:cNvSpPr/>
            <p:nvPr/>
          </p:nvSpPr>
          <p:spPr>
            <a:xfrm rot="2185012">
              <a:off x="10503330" y="5192043"/>
              <a:ext cx="53621" cy="269715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E8627A8-D772-4152-94DC-8657D5EFCE56}"/>
                </a:ext>
              </a:extLst>
            </p:cNvPr>
            <p:cNvSpPr/>
            <p:nvPr/>
          </p:nvSpPr>
          <p:spPr>
            <a:xfrm>
              <a:off x="10584521" y="5484457"/>
              <a:ext cx="165203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7333A22D-BF8E-4EE0-8DFC-3845328862E6}"/>
                </a:ext>
              </a:extLst>
            </p:cNvPr>
            <p:cNvSpPr/>
            <p:nvPr/>
          </p:nvSpPr>
          <p:spPr>
            <a:xfrm rot="20849506">
              <a:off x="10620138" y="5511136"/>
              <a:ext cx="77262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E2288785-55F8-4453-B159-5E794A31136A}"/>
                </a:ext>
              </a:extLst>
            </p:cNvPr>
            <p:cNvSpPr/>
            <p:nvPr/>
          </p:nvSpPr>
          <p:spPr>
            <a:xfrm rot="19185519">
              <a:off x="10705851" y="5466060"/>
              <a:ext cx="45719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BBC4FF00-7086-4E8E-94B3-1C2365829D6A}"/>
                </a:ext>
              </a:extLst>
            </p:cNvPr>
            <p:cNvSpPr/>
            <p:nvPr/>
          </p:nvSpPr>
          <p:spPr>
            <a:xfrm rot="19852210">
              <a:off x="10623055" y="5525502"/>
              <a:ext cx="77010" cy="162511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1C856FCB-E324-47E4-BC42-13531327B126}"/>
                </a:ext>
              </a:extLst>
            </p:cNvPr>
            <p:cNvSpPr/>
            <p:nvPr/>
          </p:nvSpPr>
          <p:spPr>
            <a:xfrm rot="18473921">
              <a:off x="10715909" y="5486462"/>
              <a:ext cx="53283" cy="100710"/>
            </a:xfrm>
            <a:prstGeom prst="ellipse">
              <a:avLst/>
            </a:prstGeom>
            <a:solidFill>
              <a:srgbClr val="E1D5CE"/>
            </a:solidFill>
            <a:ln>
              <a:solidFill>
                <a:srgbClr val="E1D5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4036561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Breitbild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Aharoni</vt:lpstr>
      <vt:lpstr>Arial</vt:lpstr>
      <vt:lpstr>Arial Narrow</vt:lpstr>
      <vt:lpstr>Calibri</vt:lpstr>
      <vt:lpstr>Calibri Light</vt:lpstr>
      <vt:lpstr>Freestyle Script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dario</dc:creator>
  <cp:lastModifiedBy>dario</cp:lastModifiedBy>
  <cp:revision>17</cp:revision>
  <dcterms:created xsi:type="dcterms:W3CDTF">2021-01-18T10:12:56Z</dcterms:created>
  <dcterms:modified xsi:type="dcterms:W3CDTF">2021-01-18T21:05:38Z</dcterms:modified>
</cp:coreProperties>
</file>