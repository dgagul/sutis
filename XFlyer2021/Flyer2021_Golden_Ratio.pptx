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12239625" cy="8640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6DA"/>
    <a:srgbClr val="DBCCC5"/>
    <a:srgbClr val="C093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>
        <p:scale>
          <a:sx n="56" d="100"/>
          <a:sy n="56" d="100"/>
        </p:scale>
        <p:origin x="994" y="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7972" y="1414125"/>
            <a:ext cx="10403681" cy="3008266"/>
          </a:xfrm>
        </p:spPr>
        <p:txBody>
          <a:bodyPr anchor="b"/>
          <a:lstStyle>
            <a:lvl1pPr algn="ctr">
              <a:defRPr sz="75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9953" y="4538401"/>
            <a:ext cx="9179719" cy="2086184"/>
          </a:xfrm>
        </p:spPr>
        <p:txBody>
          <a:bodyPr/>
          <a:lstStyle>
            <a:lvl1pPr marL="0" indent="0" algn="ctr">
              <a:buNone/>
              <a:defRPr sz="3024"/>
            </a:lvl1pPr>
            <a:lvl2pPr marL="576072" indent="0" algn="ctr">
              <a:buNone/>
              <a:defRPr sz="2520"/>
            </a:lvl2pPr>
            <a:lvl3pPr marL="1152144" indent="0" algn="ctr">
              <a:buNone/>
              <a:defRPr sz="2268"/>
            </a:lvl3pPr>
            <a:lvl4pPr marL="1728216" indent="0" algn="ctr">
              <a:buNone/>
              <a:defRPr sz="2016"/>
            </a:lvl4pPr>
            <a:lvl5pPr marL="2304288" indent="0" algn="ctr">
              <a:buNone/>
              <a:defRPr sz="2016"/>
            </a:lvl5pPr>
            <a:lvl6pPr marL="2880360" indent="0" algn="ctr">
              <a:buNone/>
              <a:defRPr sz="2016"/>
            </a:lvl6pPr>
            <a:lvl7pPr marL="3456432" indent="0" algn="ctr">
              <a:buNone/>
              <a:defRPr sz="2016"/>
            </a:lvl7pPr>
            <a:lvl8pPr marL="4032504" indent="0" algn="ctr">
              <a:buNone/>
              <a:defRPr sz="2016"/>
            </a:lvl8pPr>
            <a:lvl9pPr marL="4608576" indent="0" algn="ctr">
              <a:buNone/>
              <a:defRPr sz="2016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20.01.2021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80234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20.01.2021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78916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100" y="2154193"/>
            <a:ext cx="10556677" cy="3594317"/>
          </a:xfrm>
        </p:spPr>
        <p:txBody>
          <a:bodyPr anchor="b"/>
          <a:lstStyle>
            <a:lvl1pPr>
              <a:defRPr sz="75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100" y="5782513"/>
            <a:ext cx="10556677" cy="1890166"/>
          </a:xfrm>
        </p:spPr>
        <p:txBody>
          <a:bodyPr/>
          <a:lstStyle>
            <a:lvl1pPr marL="0" indent="0">
              <a:buNone/>
              <a:defRPr sz="3024">
                <a:solidFill>
                  <a:schemeClr val="tx1"/>
                </a:solidFill>
              </a:defRPr>
            </a:lvl1pPr>
            <a:lvl2pPr marL="576072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152144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3pPr>
            <a:lvl4pPr marL="1728216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4pPr>
            <a:lvl5pPr marL="2304288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5pPr>
            <a:lvl6pPr marL="288036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6pPr>
            <a:lvl7pPr marL="3456432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7pPr>
            <a:lvl8pPr marL="4032504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8pPr>
            <a:lvl9pPr marL="4608576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20.01.2021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1435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474" y="2300203"/>
            <a:ext cx="5201841" cy="54824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310" y="2300203"/>
            <a:ext cx="5201841" cy="54824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20.01.2021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1081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460043"/>
            <a:ext cx="10556677" cy="167014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070" y="2118188"/>
            <a:ext cx="5177934" cy="1038091"/>
          </a:xfrm>
        </p:spPr>
        <p:txBody>
          <a:bodyPr anchor="b"/>
          <a:lstStyle>
            <a:lvl1pPr marL="0" indent="0">
              <a:buNone/>
              <a:defRPr sz="3024" b="1"/>
            </a:lvl1pPr>
            <a:lvl2pPr marL="576072" indent="0">
              <a:buNone/>
              <a:defRPr sz="2520" b="1"/>
            </a:lvl2pPr>
            <a:lvl3pPr marL="1152144" indent="0">
              <a:buNone/>
              <a:defRPr sz="2268" b="1"/>
            </a:lvl3pPr>
            <a:lvl4pPr marL="1728216" indent="0">
              <a:buNone/>
              <a:defRPr sz="2016" b="1"/>
            </a:lvl4pPr>
            <a:lvl5pPr marL="2304288" indent="0">
              <a:buNone/>
              <a:defRPr sz="2016" b="1"/>
            </a:lvl5pPr>
            <a:lvl6pPr marL="2880360" indent="0">
              <a:buNone/>
              <a:defRPr sz="2016" b="1"/>
            </a:lvl6pPr>
            <a:lvl7pPr marL="3456432" indent="0">
              <a:buNone/>
              <a:defRPr sz="2016" b="1"/>
            </a:lvl7pPr>
            <a:lvl8pPr marL="4032504" indent="0">
              <a:buNone/>
              <a:defRPr sz="2016" b="1"/>
            </a:lvl8pPr>
            <a:lvl9pPr marL="4608576" indent="0">
              <a:buNone/>
              <a:defRPr sz="201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070" y="3156278"/>
            <a:ext cx="5177934" cy="46424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311" y="2118188"/>
            <a:ext cx="5203435" cy="1038091"/>
          </a:xfrm>
        </p:spPr>
        <p:txBody>
          <a:bodyPr anchor="b"/>
          <a:lstStyle>
            <a:lvl1pPr marL="0" indent="0">
              <a:buNone/>
              <a:defRPr sz="3024" b="1"/>
            </a:lvl1pPr>
            <a:lvl2pPr marL="576072" indent="0">
              <a:buNone/>
              <a:defRPr sz="2520" b="1"/>
            </a:lvl2pPr>
            <a:lvl3pPr marL="1152144" indent="0">
              <a:buNone/>
              <a:defRPr sz="2268" b="1"/>
            </a:lvl3pPr>
            <a:lvl4pPr marL="1728216" indent="0">
              <a:buNone/>
              <a:defRPr sz="2016" b="1"/>
            </a:lvl4pPr>
            <a:lvl5pPr marL="2304288" indent="0">
              <a:buNone/>
              <a:defRPr sz="2016" b="1"/>
            </a:lvl5pPr>
            <a:lvl6pPr marL="2880360" indent="0">
              <a:buNone/>
              <a:defRPr sz="2016" b="1"/>
            </a:lvl6pPr>
            <a:lvl7pPr marL="3456432" indent="0">
              <a:buNone/>
              <a:defRPr sz="2016" b="1"/>
            </a:lvl7pPr>
            <a:lvl8pPr marL="4032504" indent="0">
              <a:buNone/>
              <a:defRPr sz="2016" b="1"/>
            </a:lvl8pPr>
            <a:lvl9pPr marL="4608576" indent="0">
              <a:buNone/>
              <a:defRPr sz="201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311" y="3156278"/>
            <a:ext cx="5203435" cy="46424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20.01.2021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8445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20.01.2021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00625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20.01.2021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46113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576051"/>
            <a:ext cx="3947598" cy="2016178"/>
          </a:xfrm>
        </p:spPr>
        <p:txBody>
          <a:bodyPr anchor="b"/>
          <a:lstStyle>
            <a:lvl1pPr>
              <a:defRPr sz="403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35" y="1244112"/>
            <a:ext cx="6196310" cy="6140542"/>
          </a:xfrm>
        </p:spPr>
        <p:txBody>
          <a:bodyPr/>
          <a:lstStyle>
            <a:lvl1pPr>
              <a:defRPr sz="4032"/>
            </a:lvl1pPr>
            <a:lvl2pPr>
              <a:defRPr sz="3528"/>
            </a:lvl2pPr>
            <a:lvl3pPr>
              <a:defRPr sz="3024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  <a:lvl8pPr>
              <a:defRPr sz="2520"/>
            </a:lvl8pPr>
            <a:lvl9pPr>
              <a:defRPr sz="252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8" y="2592229"/>
            <a:ext cx="3947598" cy="4802425"/>
          </a:xfrm>
        </p:spPr>
        <p:txBody>
          <a:bodyPr/>
          <a:lstStyle>
            <a:lvl1pPr marL="0" indent="0">
              <a:buNone/>
              <a:defRPr sz="2016"/>
            </a:lvl1pPr>
            <a:lvl2pPr marL="576072" indent="0">
              <a:buNone/>
              <a:defRPr sz="1764"/>
            </a:lvl2pPr>
            <a:lvl3pPr marL="1152144" indent="0">
              <a:buNone/>
              <a:defRPr sz="1512"/>
            </a:lvl3pPr>
            <a:lvl4pPr marL="1728216" indent="0">
              <a:buNone/>
              <a:defRPr sz="1260"/>
            </a:lvl4pPr>
            <a:lvl5pPr marL="2304288" indent="0">
              <a:buNone/>
              <a:defRPr sz="1260"/>
            </a:lvl5pPr>
            <a:lvl6pPr marL="2880360" indent="0">
              <a:buNone/>
              <a:defRPr sz="1260"/>
            </a:lvl6pPr>
            <a:lvl7pPr marL="3456432" indent="0">
              <a:buNone/>
              <a:defRPr sz="1260"/>
            </a:lvl7pPr>
            <a:lvl8pPr marL="4032504" indent="0">
              <a:buNone/>
              <a:defRPr sz="1260"/>
            </a:lvl8pPr>
            <a:lvl9pPr marL="4608576" indent="0">
              <a:buNone/>
              <a:defRPr sz="126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20.01.2021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80566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576051"/>
            <a:ext cx="3947598" cy="2016178"/>
          </a:xfrm>
        </p:spPr>
        <p:txBody>
          <a:bodyPr anchor="b"/>
          <a:lstStyle>
            <a:lvl1pPr>
              <a:defRPr sz="403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3435" y="1244112"/>
            <a:ext cx="6196310" cy="6140542"/>
          </a:xfrm>
        </p:spPr>
        <p:txBody>
          <a:bodyPr anchor="t"/>
          <a:lstStyle>
            <a:lvl1pPr marL="0" indent="0">
              <a:buNone/>
              <a:defRPr sz="4032"/>
            </a:lvl1pPr>
            <a:lvl2pPr marL="576072" indent="0">
              <a:buNone/>
              <a:defRPr sz="3528"/>
            </a:lvl2pPr>
            <a:lvl3pPr marL="1152144" indent="0">
              <a:buNone/>
              <a:defRPr sz="3024"/>
            </a:lvl3pPr>
            <a:lvl4pPr marL="1728216" indent="0">
              <a:buNone/>
              <a:defRPr sz="2520"/>
            </a:lvl4pPr>
            <a:lvl5pPr marL="2304288" indent="0">
              <a:buNone/>
              <a:defRPr sz="2520"/>
            </a:lvl5pPr>
            <a:lvl6pPr marL="2880360" indent="0">
              <a:buNone/>
              <a:defRPr sz="2520"/>
            </a:lvl6pPr>
            <a:lvl7pPr marL="3456432" indent="0">
              <a:buNone/>
              <a:defRPr sz="2520"/>
            </a:lvl7pPr>
            <a:lvl8pPr marL="4032504" indent="0">
              <a:buNone/>
              <a:defRPr sz="2520"/>
            </a:lvl8pPr>
            <a:lvl9pPr marL="4608576" indent="0">
              <a:buNone/>
              <a:defRPr sz="252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8" y="2592229"/>
            <a:ext cx="3947598" cy="4802425"/>
          </a:xfrm>
        </p:spPr>
        <p:txBody>
          <a:bodyPr/>
          <a:lstStyle>
            <a:lvl1pPr marL="0" indent="0">
              <a:buNone/>
              <a:defRPr sz="2016"/>
            </a:lvl1pPr>
            <a:lvl2pPr marL="576072" indent="0">
              <a:buNone/>
              <a:defRPr sz="1764"/>
            </a:lvl2pPr>
            <a:lvl3pPr marL="1152144" indent="0">
              <a:buNone/>
              <a:defRPr sz="1512"/>
            </a:lvl3pPr>
            <a:lvl4pPr marL="1728216" indent="0">
              <a:buNone/>
              <a:defRPr sz="1260"/>
            </a:lvl4pPr>
            <a:lvl5pPr marL="2304288" indent="0">
              <a:buNone/>
              <a:defRPr sz="1260"/>
            </a:lvl5pPr>
            <a:lvl6pPr marL="2880360" indent="0">
              <a:buNone/>
              <a:defRPr sz="1260"/>
            </a:lvl6pPr>
            <a:lvl7pPr marL="3456432" indent="0">
              <a:buNone/>
              <a:defRPr sz="1260"/>
            </a:lvl7pPr>
            <a:lvl8pPr marL="4032504" indent="0">
              <a:buNone/>
              <a:defRPr sz="1260"/>
            </a:lvl8pPr>
            <a:lvl9pPr marL="4608576" indent="0">
              <a:buNone/>
              <a:defRPr sz="126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20.01.2021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44211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20.01.2021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8918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8982" y="460041"/>
            <a:ext cx="2639169" cy="732264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475" y="460041"/>
            <a:ext cx="7764512" cy="732264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20.01.2021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45296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474" y="460043"/>
            <a:ext cx="10556677" cy="1670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474" y="2300203"/>
            <a:ext cx="10556677" cy="5482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474" y="8008709"/>
            <a:ext cx="2753916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8CF6D-810F-40D7-9E9A-E726875C94FE}" type="datetimeFigureOut">
              <a:rPr lang="de-CH" smtClean="0"/>
              <a:t>20.01.2021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4376" y="8008709"/>
            <a:ext cx="4130873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4235" y="8008709"/>
            <a:ext cx="2753916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15255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52144" rtl="0" eaLnBrk="1" latinLnBrk="0" hangingPunct="1">
        <a:lnSpc>
          <a:spcPct val="90000"/>
        </a:lnSpc>
        <a:spcBef>
          <a:spcPct val="0"/>
        </a:spcBef>
        <a:buNone/>
        <a:defRPr sz="55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036" indent="-288036" algn="l" defTabSz="1152144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3528" kern="1200">
          <a:solidFill>
            <a:schemeClr val="tx1"/>
          </a:solidFill>
          <a:latin typeface="+mn-lt"/>
          <a:ea typeface="+mn-ea"/>
          <a:cs typeface="+mn-cs"/>
        </a:defRPr>
      </a:lvl1pPr>
      <a:lvl2pPr marL="864108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2016252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4pPr>
      <a:lvl5pPr marL="2592324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5pPr>
      <a:lvl6pPr marL="3168396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6pPr>
      <a:lvl7pPr marL="3744468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7pPr>
      <a:lvl8pPr marL="4320540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8pPr>
      <a:lvl9pPr marL="4896612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152144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728216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4pPr>
      <a:lvl5pPr marL="2304288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5pPr>
      <a:lvl6pPr marL="2880360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6pPr>
      <a:lvl7pPr marL="3456432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7pPr>
      <a:lvl8pPr marL="4032504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8pPr>
      <a:lvl9pPr marL="4608576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458F73A-56A9-48F5-942F-9DC08C6067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86" b="3143"/>
          <a:stretch/>
        </p:blipFill>
        <p:spPr bwMode="auto">
          <a:xfrm>
            <a:off x="20" y="-32984"/>
            <a:ext cx="12239605" cy="8673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BB594215-2297-47B6-B71F-5F7FF0B002C4}"/>
              </a:ext>
            </a:extLst>
          </p:cNvPr>
          <p:cNvCxnSpPr/>
          <p:nvPr/>
        </p:nvCxnSpPr>
        <p:spPr>
          <a:xfrm>
            <a:off x="19" y="-275850"/>
            <a:ext cx="12226211" cy="0"/>
          </a:xfrm>
          <a:prstGeom prst="line">
            <a:avLst/>
          </a:prstGeom>
          <a:ln w="666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C1840449-6817-468F-AEB4-94A7A2BE854C}"/>
              </a:ext>
            </a:extLst>
          </p:cNvPr>
          <p:cNvCxnSpPr>
            <a:cxnSpLocks/>
          </p:cNvCxnSpPr>
          <p:nvPr/>
        </p:nvCxnSpPr>
        <p:spPr>
          <a:xfrm rot="16200000">
            <a:off x="8105846" y="4311126"/>
            <a:ext cx="8673750" cy="0"/>
          </a:xfrm>
          <a:prstGeom prst="line">
            <a:avLst/>
          </a:prstGeom>
          <a:ln w="666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" name="Grafik 112">
            <a:extLst>
              <a:ext uri="{FF2B5EF4-FFF2-40B4-BE49-F238E27FC236}">
                <a16:creationId xmlns:a16="http://schemas.microsoft.com/office/drawing/2014/main" id="{1F04C136-B643-4E30-89DD-A765261C8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03" y="3868835"/>
            <a:ext cx="1406677" cy="1346820"/>
          </a:xfrm>
          <a:prstGeom prst="rect">
            <a:avLst/>
          </a:prstGeom>
        </p:spPr>
      </p:pic>
      <p:pic>
        <p:nvPicPr>
          <p:cNvPr id="114" name="Grafik 113" descr="Familie Suter Luzern&#10;Frische und Genuss – gepaart mit Freundlichkeit!&#10;www.sutis.ch">
            <a:extLst>
              <a:ext uri="{FF2B5EF4-FFF2-40B4-BE49-F238E27FC236}">
                <a16:creationId xmlns:a16="http://schemas.microsoft.com/office/drawing/2014/main" id="{CE975EF7-CE50-4CCE-B9DD-27ED4571CB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60" y="984670"/>
            <a:ext cx="2869063" cy="1224133"/>
          </a:xfrm>
          <a:prstGeom prst="rect">
            <a:avLst/>
          </a:prstGeom>
        </p:spPr>
      </p:pic>
      <p:pic>
        <p:nvPicPr>
          <p:cNvPr id="115" name="Grafik 114">
            <a:extLst>
              <a:ext uri="{FF2B5EF4-FFF2-40B4-BE49-F238E27FC236}">
                <a16:creationId xmlns:a16="http://schemas.microsoft.com/office/drawing/2014/main" id="{6A5DCBEA-6B68-4E11-8E91-F714CF415D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2" y="1078460"/>
            <a:ext cx="1833617" cy="1833617"/>
          </a:xfrm>
          <a:prstGeom prst="rect">
            <a:avLst/>
          </a:prstGeom>
        </p:spPr>
      </p:pic>
      <p:pic>
        <p:nvPicPr>
          <p:cNvPr id="116" name="Grafik 115">
            <a:extLst>
              <a:ext uri="{FF2B5EF4-FFF2-40B4-BE49-F238E27FC236}">
                <a16:creationId xmlns:a16="http://schemas.microsoft.com/office/drawing/2014/main" id="{90309D15-F76A-4A59-A9E9-64398709B8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566">
            <a:off x="7978606" y="3463901"/>
            <a:ext cx="2034073" cy="1473908"/>
          </a:xfrm>
          <a:prstGeom prst="rect">
            <a:avLst/>
          </a:prstGeom>
        </p:spPr>
      </p:pic>
      <p:sp>
        <p:nvSpPr>
          <p:cNvPr id="117" name="Textfeld 116">
            <a:extLst>
              <a:ext uri="{FF2B5EF4-FFF2-40B4-BE49-F238E27FC236}">
                <a16:creationId xmlns:a16="http://schemas.microsoft.com/office/drawing/2014/main" id="{E508A398-A208-45A2-BB7C-08B1E0153B58}"/>
              </a:ext>
            </a:extLst>
          </p:cNvPr>
          <p:cNvSpPr txBox="1"/>
          <p:nvPr/>
        </p:nvSpPr>
        <p:spPr>
          <a:xfrm>
            <a:off x="1889161" y="1062974"/>
            <a:ext cx="2726264" cy="224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16" dirty="0">
                <a:solidFill>
                  <a:srgbClr val="C093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Burger</a:t>
            </a:r>
          </a:p>
          <a:p>
            <a:pPr marL="344237" indent="-344237">
              <a:buFont typeface="Arial" panose="020B0604020202020204" pitchFamily="34" charset="0"/>
              <a:buChar char="•"/>
            </a:pPr>
            <a:r>
              <a:rPr lang="de-CH" sz="1981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Hamburger</a:t>
            </a:r>
          </a:p>
          <a:p>
            <a:pPr marL="344237" indent="-344237">
              <a:buFont typeface="Arial" panose="020B0604020202020204" pitchFamily="34" charset="0"/>
              <a:buChar char="•"/>
            </a:pPr>
            <a:r>
              <a:rPr lang="de-CH" sz="1981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Doppel Hamburger</a:t>
            </a:r>
          </a:p>
          <a:p>
            <a:pPr marL="344237" indent="-344237">
              <a:buFont typeface="Arial" panose="020B0604020202020204" pitchFamily="34" charset="0"/>
              <a:buChar char="•"/>
            </a:pPr>
            <a:r>
              <a:rPr lang="de-CH" sz="1981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Cheeseburger</a:t>
            </a:r>
          </a:p>
          <a:p>
            <a:pPr marL="344237" indent="-344237">
              <a:buFont typeface="Arial" panose="020B0604020202020204" pitchFamily="34" charset="0"/>
              <a:buChar char="•"/>
            </a:pPr>
            <a:r>
              <a:rPr lang="de-CH" sz="1981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Doppel Cheeseburger</a:t>
            </a:r>
          </a:p>
          <a:p>
            <a:pPr algn="ctr"/>
            <a:endParaRPr lang="de-CH" sz="2008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8" name="Rechteck 117">
            <a:extLst>
              <a:ext uri="{FF2B5EF4-FFF2-40B4-BE49-F238E27FC236}">
                <a16:creationId xmlns:a16="http://schemas.microsoft.com/office/drawing/2014/main" id="{965E93A5-15B4-4727-A5D6-66B907B073C1}"/>
              </a:ext>
            </a:extLst>
          </p:cNvPr>
          <p:cNvSpPr/>
          <p:nvPr/>
        </p:nvSpPr>
        <p:spPr>
          <a:xfrm>
            <a:off x="342014" y="918108"/>
            <a:ext cx="4121794" cy="2157152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981" dirty="0"/>
          </a:p>
        </p:txBody>
      </p:sp>
      <p:sp>
        <p:nvSpPr>
          <p:cNvPr id="119" name="Rechteck 118">
            <a:extLst>
              <a:ext uri="{FF2B5EF4-FFF2-40B4-BE49-F238E27FC236}">
                <a16:creationId xmlns:a16="http://schemas.microsoft.com/office/drawing/2014/main" id="{28BFD40D-7E7B-4B26-A0B9-051AACDB3276}"/>
              </a:ext>
            </a:extLst>
          </p:cNvPr>
          <p:cNvSpPr/>
          <p:nvPr/>
        </p:nvSpPr>
        <p:spPr>
          <a:xfrm>
            <a:off x="8068700" y="5330471"/>
            <a:ext cx="3804927" cy="2157152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981" dirty="0"/>
          </a:p>
        </p:txBody>
      </p:sp>
      <p:sp>
        <p:nvSpPr>
          <p:cNvPr id="120" name="Textfeld 119">
            <a:extLst>
              <a:ext uri="{FF2B5EF4-FFF2-40B4-BE49-F238E27FC236}">
                <a16:creationId xmlns:a16="http://schemas.microsoft.com/office/drawing/2014/main" id="{F7B40F43-8E7A-4F46-A91E-E7B79469C6C0}"/>
              </a:ext>
            </a:extLst>
          </p:cNvPr>
          <p:cNvSpPr txBox="1"/>
          <p:nvPr/>
        </p:nvSpPr>
        <p:spPr>
          <a:xfrm>
            <a:off x="7963268" y="1062975"/>
            <a:ext cx="3898215" cy="2855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4016" dirty="0">
                <a:solidFill>
                  <a:srgbClr val="C093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Wo und wann?</a:t>
            </a:r>
          </a:p>
          <a:p>
            <a:pPr marL="344237" indent="-344237">
              <a:buFont typeface="Arial" panose="020B0604020202020204" pitchFamily="34" charset="0"/>
              <a:buChar char="•"/>
            </a:pPr>
            <a:r>
              <a:rPr lang="de-CH" sz="1981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Industriegebiet</a:t>
            </a:r>
          </a:p>
          <a:p>
            <a:pPr marL="344237" indent="-344237">
              <a:buFont typeface="Arial" panose="020B0604020202020204" pitchFamily="34" charset="0"/>
              <a:buChar char="•"/>
            </a:pPr>
            <a:r>
              <a:rPr lang="de-CH" sz="1981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Dorfstrasse 15, 6035 Perlen</a:t>
            </a:r>
          </a:p>
          <a:p>
            <a:r>
              <a:rPr lang="de-CH" sz="1981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       (bei Schorno AG)</a:t>
            </a:r>
          </a:p>
          <a:p>
            <a:pPr marL="344237" indent="-344237">
              <a:buFont typeface="Arial" panose="020B0604020202020204" pitchFamily="34" charset="0"/>
              <a:buChar char="•"/>
            </a:pPr>
            <a:r>
              <a:rPr lang="de-CH" sz="1981" b="1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Mo-Fr von 08:45-13:30 Uhr</a:t>
            </a:r>
          </a:p>
          <a:p>
            <a:pPr marL="344237" indent="-344237">
              <a:buFont typeface="Arial" panose="020B0604020202020204" pitchFamily="34" charset="0"/>
              <a:buChar char="•"/>
            </a:pPr>
            <a:r>
              <a:rPr lang="de-CH" sz="1981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Znüni und Zmittag</a:t>
            </a:r>
          </a:p>
          <a:p>
            <a:pPr marL="344237" indent="-344237">
              <a:buFont typeface="Arial" panose="020B0604020202020204" pitchFamily="34" charset="0"/>
              <a:buChar char="•"/>
            </a:pPr>
            <a:endParaRPr lang="de-CH" sz="1981" dirty="0">
              <a:solidFill>
                <a:schemeClr val="bg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marL="344237" indent="-344237">
              <a:buFont typeface="Arial" panose="020B0604020202020204" pitchFamily="34" charset="0"/>
              <a:buChar char="•"/>
            </a:pPr>
            <a:endParaRPr lang="de-CH" sz="1981" dirty="0">
              <a:solidFill>
                <a:schemeClr val="bg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514EBF0D-2512-4090-ACFF-EE1342426C2E}"/>
              </a:ext>
            </a:extLst>
          </p:cNvPr>
          <p:cNvSpPr/>
          <p:nvPr/>
        </p:nvSpPr>
        <p:spPr>
          <a:xfrm>
            <a:off x="904718" y="3578381"/>
            <a:ext cx="6562175" cy="3520997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981" dirty="0"/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F958AD26-7575-42E0-981C-8EFBB82859AD}"/>
              </a:ext>
            </a:extLst>
          </p:cNvPr>
          <p:cNvSpPr txBox="1"/>
          <p:nvPr/>
        </p:nvSpPr>
        <p:spPr>
          <a:xfrm>
            <a:off x="2590998" y="3646832"/>
            <a:ext cx="4839309" cy="2855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4016" dirty="0">
                <a:solidFill>
                  <a:srgbClr val="C093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Warme Mahlzeiten</a:t>
            </a:r>
          </a:p>
          <a:p>
            <a:pPr marL="344237" indent="-344237">
              <a:buFont typeface="Arial" panose="020B0604020202020204" pitchFamily="34" charset="0"/>
              <a:buChar char="•"/>
            </a:pPr>
            <a:r>
              <a:rPr lang="de-CH" sz="1981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Hot Dogs</a:t>
            </a:r>
          </a:p>
          <a:p>
            <a:pPr marL="344237" indent="-344237">
              <a:buFont typeface="Arial" panose="020B0604020202020204" pitchFamily="34" charset="0"/>
              <a:buChar char="•"/>
            </a:pPr>
            <a:r>
              <a:rPr lang="de-CH" sz="1981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Schnitzelbrot</a:t>
            </a:r>
          </a:p>
          <a:p>
            <a:pPr marL="344237" indent="-344237">
              <a:buFont typeface="Arial" panose="020B0604020202020204" pitchFamily="34" charset="0"/>
              <a:buChar char="•"/>
            </a:pPr>
            <a:r>
              <a:rPr lang="de-CH" sz="1981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Tagessuppe</a:t>
            </a:r>
          </a:p>
          <a:p>
            <a:pPr marL="344237" indent="-344237">
              <a:buFont typeface="Arial" panose="020B0604020202020204" pitchFamily="34" charset="0"/>
              <a:buChar char="•"/>
            </a:pPr>
            <a:r>
              <a:rPr lang="de-CH" sz="1981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Tagesmenü</a:t>
            </a:r>
          </a:p>
          <a:p>
            <a:endParaRPr lang="de-CH" sz="1981" dirty="0">
              <a:solidFill>
                <a:schemeClr val="bg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marL="344237" indent="-344237">
              <a:buFont typeface="Arial" panose="020B0604020202020204" pitchFamily="34" charset="0"/>
              <a:buChar char="•"/>
            </a:pPr>
            <a:r>
              <a:rPr lang="de-CH" sz="1981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Grillbratwürste</a:t>
            </a:r>
          </a:p>
          <a:p>
            <a:pPr marL="344237" indent="-344237">
              <a:buFont typeface="Arial" panose="020B0604020202020204" pitchFamily="34" charset="0"/>
              <a:buChar char="•"/>
            </a:pPr>
            <a:r>
              <a:rPr lang="de-CH" sz="1981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Currywurst</a:t>
            </a: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1863F457-4941-4BDD-A6A1-071A1C175A4D}"/>
              </a:ext>
            </a:extLst>
          </p:cNvPr>
          <p:cNvSpPr txBox="1"/>
          <p:nvPr/>
        </p:nvSpPr>
        <p:spPr>
          <a:xfrm>
            <a:off x="4564443" y="2387108"/>
            <a:ext cx="3172297" cy="648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3614" dirty="0">
                <a:solidFill>
                  <a:schemeClr val="bg1"/>
                </a:solidFill>
                <a:latin typeface="Freestyle Script" panose="030804020302050B0404" pitchFamily="66" charset="0"/>
              </a:rPr>
              <a:t>«Food is love»</a:t>
            </a:r>
          </a:p>
        </p:txBody>
      </p:sp>
      <p:pic>
        <p:nvPicPr>
          <p:cNvPr id="124" name="Picture 12">
            <a:extLst>
              <a:ext uri="{FF2B5EF4-FFF2-40B4-BE49-F238E27FC236}">
                <a16:creationId xmlns:a16="http://schemas.microsoft.com/office/drawing/2014/main" id="{B6E543BE-D741-4885-A5FC-527EF5FD4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3282" y="2125004"/>
            <a:ext cx="628201" cy="787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Grafik 124">
            <a:extLst>
              <a:ext uri="{FF2B5EF4-FFF2-40B4-BE49-F238E27FC236}">
                <a16:creationId xmlns:a16="http://schemas.microsoft.com/office/drawing/2014/main" id="{266FB271-ABA6-4986-84FD-36649A9A73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553" y="4221726"/>
            <a:ext cx="2696340" cy="1797559"/>
          </a:xfrm>
          <a:prstGeom prst="rect">
            <a:avLst/>
          </a:prstGeom>
        </p:spPr>
      </p:pic>
      <p:pic>
        <p:nvPicPr>
          <p:cNvPr id="126" name="Grafik 125">
            <a:extLst>
              <a:ext uri="{FF2B5EF4-FFF2-40B4-BE49-F238E27FC236}">
                <a16:creationId xmlns:a16="http://schemas.microsoft.com/office/drawing/2014/main" id="{13275F63-1B33-4F2F-BE8A-47F67C9EEF1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62333">
            <a:off x="4879530" y="6220174"/>
            <a:ext cx="2878224" cy="1596889"/>
          </a:xfrm>
          <a:prstGeom prst="rect">
            <a:avLst/>
          </a:prstGeom>
        </p:spPr>
      </p:pic>
      <p:pic>
        <p:nvPicPr>
          <p:cNvPr id="127" name="Picture 4">
            <a:extLst>
              <a:ext uri="{FF2B5EF4-FFF2-40B4-BE49-F238E27FC236}">
                <a16:creationId xmlns:a16="http://schemas.microsoft.com/office/drawing/2014/main" id="{46A5F3B3-D5C3-4C73-91FD-472167956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16204">
            <a:off x="10141152" y="3901542"/>
            <a:ext cx="1679891" cy="839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Grafik 127">
            <a:extLst>
              <a:ext uri="{FF2B5EF4-FFF2-40B4-BE49-F238E27FC236}">
                <a16:creationId xmlns:a16="http://schemas.microsoft.com/office/drawing/2014/main" id="{81089F18-CB73-4CE2-9BE7-AB71EDC87B9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547353">
            <a:off x="3293" y="5972482"/>
            <a:ext cx="2151497" cy="2151497"/>
          </a:xfrm>
          <a:prstGeom prst="rect">
            <a:avLst/>
          </a:prstGeom>
        </p:spPr>
      </p:pic>
      <p:sp>
        <p:nvSpPr>
          <p:cNvPr id="129" name="Textfeld 128">
            <a:extLst>
              <a:ext uri="{FF2B5EF4-FFF2-40B4-BE49-F238E27FC236}">
                <a16:creationId xmlns:a16="http://schemas.microsoft.com/office/drawing/2014/main" id="{243856B1-EEE4-4E39-AF12-0EF051E2225C}"/>
              </a:ext>
            </a:extLst>
          </p:cNvPr>
          <p:cNvSpPr txBox="1"/>
          <p:nvPr/>
        </p:nvSpPr>
        <p:spPr>
          <a:xfrm>
            <a:off x="1196996" y="6383337"/>
            <a:ext cx="3936279" cy="710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16" dirty="0">
                <a:solidFill>
                  <a:srgbClr val="C093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Leckere Würste</a:t>
            </a:r>
            <a:endParaRPr lang="de-CH" sz="4016" dirty="0"/>
          </a:p>
        </p:txBody>
      </p:sp>
      <p:sp>
        <p:nvSpPr>
          <p:cNvPr id="130" name="Textfeld 129">
            <a:extLst>
              <a:ext uri="{FF2B5EF4-FFF2-40B4-BE49-F238E27FC236}">
                <a16:creationId xmlns:a16="http://schemas.microsoft.com/office/drawing/2014/main" id="{AC8623F1-DDBB-4BCB-B728-FA1A964F484B}"/>
              </a:ext>
            </a:extLst>
          </p:cNvPr>
          <p:cNvSpPr txBox="1"/>
          <p:nvPr/>
        </p:nvSpPr>
        <p:spPr>
          <a:xfrm>
            <a:off x="8165186" y="5388583"/>
            <a:ext cx="3590368" cy="224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4016" dirty="0">
                <a:solidFill>
                  <a:srgbClr val="C093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Frische Salate</a:t>
            </a:r>
          </a:p>
          <a:p>
            <a:pPr marL="344237" indent="-344237">
              <a:buFont typeface="Arial" panose="020B0604020202020204" pitchFamily="34" charset="0"/>
              <a:buChar char="•"/>
            </a:pPr>
            <a:r>
              <a:rPr lang="de-CH" sz="1981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Gemischter Salat</a:t>
            </a:r>
          </a:p>
          <a:p>
            <a:pPr marL="344237" indent="-344237">
              <a:buFont typeface="Arial" panose="020B0604020202020204" pitchFamily="34" charset="0"/>
              <a:buChar char="•"/>
            </a:pPr>
            <a:r>
              <a:rPr lang="de-CH" sz="1981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Thon Salat</a:t>
            </a:r>
          </a:p>
          <a:p>
            <a:pPr marL="344237" indent="-344237">
              <a:buFont typeface="Arial" panose="020B0604020202020204" pitchFamily="34" charset="0"/>
              <a:buChar char="•"/>
            </a:pPr>
            <a:r>
              <a:rPr lang="de-CH" sz="1981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und andere…</a:t>
            </a:r>
          </a:p>
          <a:p>
            <a:endParaRPr lang="de-CH" sz="1981" dirty="0">
              <a:solidFill>
                <a:schemeClr val="bg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algn="ctr"/>
            <a:endParaRPr lang="de-CH" sz="2008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31" name="Rechteck 130">
            <a:extLst>
              <a:ext uri="{FF2B5EF4-FFF2-40B4-BE49-F238E27FC236}">
                <a16:creationId xmlns:a16="http://schemas.microsoft.com/office/drawing/2014/main" id="{5DF83BF0-F1BE-410A-AE5A-58F486131E77}"/>
              </a:ext>
            </a:extLst>
          </p:cNvPr>
          <p:cNvSpPr/>
          <p:nvPr/>
        </p:nvSpPr>
        <p:spPr>
          <a:xfrm>
            <a:off x="9910018" y="7567856"/>
            <a:ext cx="2110067" cy="398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CH" sz="1981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Familie Suter Luzern</a:t>
            </a:r>
          </a:p>
        </p:txBody>
      </p:sp>
      <p:grpSp>
        <p:nvGrpSpPr>
          <p:cNvPr id="132" name="Gruppieren 131">
            <a:extLst>
              <a:ext uri="{FF2B5EF4-FFF2-40B4-BE49-F238E27FC236}">
                <a16:creationId xmlns:a16="http://schemas.microsoft.com/office/drawing/2014/main" id="{DDE2D065-18A6-4B04-9336-CE19E1679FBE}"/>
              </a:ext>
            </a:extLst>
          </p:cNvPr>
          <p:cNvGrpSpPr/>
          <p:nvPr/>
        </p:nvGrpSpPr>
        <p:grpSpPr>
          <a:xfrm>
            <a:off x="10109091" y="6255768"/>
            <a:ext cx="1449251" cy="1025874"/>
            <a:chOff x="9968852" y="5120624"/>
            <a:chExt cx="1443612" cy="1021882"/>
          </a:xfrm>
        </p:grpSpPr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450B2490-F7B1-4050-A364-7DB581211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304202">
              <a:off x="9968852" y="5120624"/>
              <a:ext cx="1443612" cy="1021882"/>
            </a:xfrm>
            <a:prstGeom prst="rect">
              <a:avLst/>
            </a:prstGeom>
          </p:spPr>
        </p:pic>
        <p:sp>
          <p:nvSpPr>
            <p:cNvPr id="134" name="Ellipse 133">
              <a:extLst>
                <a:ext uri="{FF2B5EF4-FFF2-40B4-BE49-F238E27FC236}">
                  <a16:creationId xmlns:a16="http://schemas.microsoft.com/office/drawing/2014/main" id="{08323ADA-F915-4D56-99BE-B17D28075B04}"/>
                </a:ext>
              </a:extLst>
            </p:cNvPr>
            <p:cNvSpPr/>
            <p:nvPr/>
          </p:nvSpPr>
          <p:spPr>
            <a:xfrm rot="2185012">
              <a:off x="10503330" y="5192043"/>
              <a:ext cx="53621" cy="269715"/>
            </a:xfrm>
            <a:prstGeom prst="ellipse">
              <a:avLst/>
            </a:prstGeom>
            <a:solidFill>
              <a:srgbClr val="E1D5CE"/>
            </a:solidFill>
            <a:ln>
              <a:solidFill>
                <a:srgbClr val="E1D5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981"/>
            </a:p>
          </p:txBody>
        </p:sp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36F9E2CF-E02B-4143-AFE8-AC1817ECE1F8}"/>
                </a:ext>
              </a:extLst>
            </p:cNvPr>
            <p:cNvSpPr/>
            <p:nvPr/>
          </p:nvSpPr>
          <p:spPr>
            <a:xfrm>
              <a:off x="10584521" y="5484457"/>
              <a:ext cx="165203" cy="162511"/>
            </a:xfrm>
            <a:prstGeom prst="ellipse">
              <a:avLst/>
            </a:prstGeom>
            <a:solidFill>
              <a:srgbClr val="E1D5CE"/>
            </a:solidFill>
            <a:ln>
              <a:solidFill>
                <a:srgbClr val="E1D5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981"/>
            </a:p>
          </p:txBody>
        </p:sp>
        <p:sp>
          <p:nvSpPr>
            <p:cNvPr id="136" name="Ellipse 135">
              <a:extLst>
                <a:ext uri="{FF2B5EF4-FFF2-40B4-BE49-F238E27FC236}">
                  <a16:creationId xmlns:a16="http://schemas.microsoft.com/office/drawing/2014/main" id="{5B433D7D-59DD-4773-AAD9-FC1E53F66D9A}"/>
                </a:ext>
              </a:extLst>
            </p:cNvPr>
            <p:cNvSpPr/>
            <p:nvPr/>
          </p:nvSpPr>
          <p:spPr>
            <a:xfrm rot="20849506">
              <a:off x="10620138" y="5511136"/>
              <a:ext cx="77262" cy="162511"/>
            </a:xfrm>
            <a:prstGeom prst="ellipse">
              <a:avLst/>
            </a:prstGeom>
            <a:solidFill>
              <a:srgbClr val="E1D5CE"/>
            </a:solidFill>
            <a:ln>
              <a:solidFill>
                <a:srgbClr val="E1D5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981"/>
            </a:p>
          </p:txBody>
        </p:sp>
        <p:sp>
          <p:nvSpPr>
            <p:cNvPr id="137" name="Ellipse 136">
              <a:extLst>
                <a:ext uri="{FF2B5EF4-FFF2-40B4-BE49-F238E27FC236}">
                  <a16:creationId xmlns:a16="http://schemas.microsoft.com/office/drawing/2014/main" id="{9DC870DD-B643-43D9-BB18-6315FE5037C0}"/>
                </a:ext>
              </a:extLst>
            </p:cNvPr>
            <p:cNvSpPr/>
            <p:nvPr/>
          </p:nvSpPr>
          <p:spPr>
            <a:xfrm rot="19185519">
              <a:off x="10705851" y="5466060"/>
              <a:ext cx="45719" cy="162511"/>
            </a:xfrm>
            <a:prstGeom prst="ellipse">
              <a:avLst/>
            </a:prstGeom>
            <a:solidFill>
              <a:srgbClr val="E1D5CE"/>
            </a:solidFill>
            <a:ln>
              <a:solidFill>
                <a:srgbClr val="E1D5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981"/>
            </a:p>
          </p:txBody>
        </p:sp>
        <p:sp>
          <p:nvSpPr>
            <p:cNvPr id="138" name="Ellipse 137">
              <a:extLst>
                <a:ext uri="{FF2B5EF4-FFF2-40B4-BE49-F238E27FC236}">
                  <a16:creationId xmlns:a16="http://schemas.microsoft.com/office/drawing/2014/main" id="{0BFAECEC-31BD-4CE8-B24F-D54D7AE7E2E8}"/>
                </a:ext>
              </a:extLst>
            </p:cNvPr>
            <p:cNvSpPr/>
            <p:nvPr/>
          </p:nvSpPr>
          <p:spPr>
            <a:xfrm rot="19852210">
              <a:off x="10623055" y="5525502"/>
              <a:ext cx="77010" cy="162511"/>
            </a:xfrm>
            <a:prstGeom prst="ellipse">
              <a:avLst/>
            </a:prstGeom>
            <a:solidFill>
              <a:srgbClr val="E1D5CE"/>
            </a:solidFill>
            <a:ln>
              <a:solidFill>
                <a:srgbClr val="E1D5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981"/>
            </a:p>
          </p:txBody>
        </p:sp>
        <p:sp>
          <p:nvSpPr>
            <p:cNvPr id="139" name="Ellipse 138">
              <a:extLst>
                <a:ext uri="{FF2B5EF4-FFF2-40B4-BE49-F238E27FC236}">
                  <a16:creationId xmlns:a16="http://schemas.microsoft.com/office/drawing/2014/main" id="{096EB5C8-3EBC-40BC-A885-D0F697B87A19}"/>
                </a:ext>
              </a:extLst>
            </p:cNvPr>
            <p:cNvSpPr/>
            <p:nvPr/>
          </p:nvSpPr>
          <p:spPr>
            <a:xfrm rot="18473921">
              <a:off x="10715909" y="5486462"/>
              <a:ext cx="53283" cy="100710"/>
            </a:xfrm>
            <a:prstGeom prst="ellipse">
              <a:avLst/>
            </a:prstGeom>
            <a:solidFill>
              <a:srgbClr val="E1D5CE"/>
            </a:solidFill>
            <a:ln>
              <a:solidFill>
                <a:srgbClr val="E1D5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981"/>
            </a:p>
          </p:txBody>
        </p:sp>
      </p:grpSp>
    </p:spTree>
    <p:extLst>
      <p:ext uri="{BB962C8B-B14F-4D97-AF65-F5344CB8AC3E}">
        <p14:creationId xmlns:p14="http://schemas.microsoft.com/office/powerpoint/2010/main" val="2643519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58</Words>
  <Application>Microsoft Office PowerPoint</Application>
  <PresentationFormat>Benutzerdefiniert</PresentationFormat>
  <Paragraphs>26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8" baseType="lpstr">
      <vt:lpstr>Aharoni</vt:lpstr>
      <vt:lpstr>Arial</vt:lpstr>
      <vt:lpstr>Arial Narrow</vt:lpstr>
      <vt:lpstr>Calibri</vt:lpstr>
      <vt:lpstr>Calibri Light</vt:lpstr>
      <vt:lpstr>Freestyle Script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dario</dc:creator>
  <cp:lastModifiedBy>dario</cp:lastModifiedBy>
  <cp:revision>24</cp:revision>
  <dcterms:created xsi:type="dcterms:W3CDTF">2021-01-18T18:35:23Z</dcterms:created>
  <dcterms:modified xsi:type="dcterms:W3CDTF">2021-01-20T14:44:26Z</dcterms:modified>
</cp:coreProperties>
</file>